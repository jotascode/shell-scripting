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6" r:id="rId3"/>
    <p:sldId id="257" r:id="rId4"/>
    <p:sldId id="258" r:id="rId5"/>
    <p:sldId id="262" r:id="rId6"/>
    <p:sldId id="266" r:id="rId7"/>
    <p:sldId id="267" r:id="rId8"/>
    <p:sldId id="271" r:id="rId9"/>
    <p:sldId id="274" r:id="rId10"/>
    <p:sldId id="275" r:id="rId11"/>
    <p:sldId id="287" r:id="rId12"/>
    <p:sldId id="305" r:id="rId13"/>
    <p:sldId id="294" r:id="rId14"/>
    <p:sldId id="295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09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62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03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3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00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2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45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91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0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294EB-C9C3-4B67-9ADD-8349153EFD7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2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94EB-C9C3-4B67-9ADD-8349153EFD7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A3129-63CA-4716-BD0B-B7C8C97919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3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10640" y="2695700"/>
            <a:ext cx="11067802" cy="3420092"/>
          </a:xfrm>
        </p:spPr>
        <p:txBody>
          <a:bodyPr>
            <a:normAutofit/>
          </a:bodyPr>
          <a:lstStyle/>
          <a:p>
            <a:pPr algn="l"/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Matricula: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402-2992889-6</a:t>
            </a:r>
          </a:p>
          <a:p>
            <a:pPr algn="l"/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Participante: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Javier Jiménez</a:t>
            </a:r>
          </a:p>
          <a:p>
            <a:pPr algn="l"/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Facilitador: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Kevin Feliz Henríquez</a:t>
            </a:r>
          </a:p>
          <a:p>
            <a:pPr algn="l"/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Nombre del Técnico: </a:t>
            </a:r>
            <a:r>
              <a:rPr lang="es-DO" dirty="0">
                <a:latin typeface="Verdana" panose="020B0604030504040204" pitchFamily="34" charset="0"/>
                <a:ea typeface="Verdana" panose="020B0604030504040204" pitchFamily="34" charset="0"/>
              </a:rPr>
              <a:t>Ciberseguridad</a:t>
            </a:r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s-ES" b="1" dirty="0">
                <a:latin typeface="Verdana" panose="020B0604030504040204" pitchFamily="34" charset="0"/>
                <a:ea typeface="Verdana" panose="020B0604030504040204" pitchFamily="34" charset="0"/>
              </a:rPr>
              <a:t>Nombre del Módulo: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Shell scripting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00" y="829143"/>
            <a:ext cx="2234454" cy="156411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993" y="829143"/>
            <a:ext cx="2161665" cy="147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81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CC2FC-9580-00F2-85AF-5CE4C28AB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Laboratorio 1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667B34-E35F-40B9-4C57-5F785F09A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b="1" dirty="0"/>
              <a:t>Analizar: </a:t>
            </a:r>
            <a:r>
              <a:rPr lang="es-ES" dirty="0" err="1"/>
              <a:t>Get-Process</a:t>
            </a:r>
            <a:r>
              <a:rPr lang="es-ES" dirty="0"/>
              <a:t> -</a:t>
            </a:r>
            <a:r>
              <a:rPr lang="es-ES" dirty="0" err="1"/>
              <a:t>Name</a:t>
            </a:r>
            <a:r>
              <a:rPr lang="es-ES" dirty="0"/>
              <a:t> "</a:t>
            </a:r>
            <a:r>
              <a:rPr lang="es-ES" dirty="0" err="1"/>
              <a:t>Code</a:t>
            </a:r>
            <a:r>
              <a:rPr lang="es-ES" dirty="0"/>
              <a:t>"</a:t>
            </a:r>
          </a:p>
          <a:p>
            <a:r>
              <a:rPr lang="es-ES" b="1" dirty="0"/>
              <a:t>Paso 1: </a:t>
            </a:r>
            <a:r>
              <a:rPr lang="es-ES" dirty="0"/>
              <a:t>Ejecutar en el </a:t>
            </a:r>
            <a:r>
              <a:rPr lang="es-ES" dirty="0" err="1"/>
              <a:t>cmd</a:t>
            </a:r>
            <a:r>
              <a:rPr lang="es-ES" dirty="0"/>
              <a:t> </a:t>
            </a:r>
            <a:r>
              <a:rPr lang="es-ES" dirty="0" err="1"/>
              <a:t>tasklist</a:t>
            </a:r>
            <a:r>
              <a:rPr lang="es-ES" dirty="0"/>
              <a:t> y </a:t>
            </a:r>
            <a:r>
              <a:rPr lang="es-ES" dirty="0" err="1"/>
              <a:t>elejir</a:t>
            </a:r>
            <a:r>
              <a:rPr lang="es-ES" dirty="0"/>
              <a:t> un proceso.</a:t>
            </a:r>
          </a:p>
          <a:p>
            <a:r>
              <a:rPr lang="es-ES" b="1" dirty="0"/>
              <a:t>Paso 2: </a:t>
            </a:r>
            <a:r>
              <a:rPr lang="es-ES" dirty="0"/>
              <a:t>Ejecutar en PowerShell </a:t>
            </a:r>
            <a:r>
              <a:rPr lang="es-ES" dirty="0" err="1"/>
              <a:t>Get-Process</a:t>
            </a:r>
            <a:r>
              <a:rPr lang="es-ES" dirty="0"/>
              <a:t> -</a:t>
            </a:r>
            <a:r>
              <a:rPr lang="es-ES" dirty="0" err="1"/>
              <a:t>Name</a:t>
            </a:r>
            <a:r>
              <a:rPr lang="es-ES" dirty="0"/>
              <a:t> "nombre-	proceso (sin el .exe)"</a:t>
            </a:r>
          </a:p>
          <a:p>
            <a:r>
              <a:rPr lang="es-ES" b="1" dirty="0"/>
              <a:t>Ejemplo: </a:t>
            </a:r>
            <a:r>
              <a:rPr lang="es-ES" dirty="0" err="1"/>
              <a:t>Get-Process</a:t>
            </a:r>
            <a:r>
              <a:rPr lang="es-ES" dirty="0"/>
              <a:t> -</a:t>
            </a:r>
            <a:r>
              <a:rPr lang="es-ES" dirty="0" err="1"/>
              <a:t>Name</a:t>
            </a:r>
            <a:r>
              <a:rPr lang="es-ES" dirty="0"/>
              <a:t> "</a:t>
            </a:r>
            <a:r>
              <a:rPr lang="es-ES" dirty="0" err="1"/>
              <a:t>firefox</a:t>
            </a:r>
            <a:r>
              <a:rPr lang="es-ES" dirty="0"/>
              <a:t>"</a:t>
            </a:r>
          </a:p>
          <a:p>
            <a:r>
              <a:rPr lang="es-ES" b="1" dirty="0"/>
              <a:t>Instrucción final: </a:t>
            </a:r>
            <a:r>
              <a:rPr lang="es-ES" dirty="0"/>
              <a:t>Hacer este ejercicio con todos los procesos listados en el comando </a:t>
            </a:r>
            <a:r>
              <a:rPr lang="es-ES" dirty="0" err="1"/>
              <a:t>tasklist</a:t>
            </a:r>
            <a:r>
              <a:rPr lang="es-ES" dirty="0"/>
              <a:t>.</a:t>
            </a:r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2786866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B4A02-A68E-8B3C-4950-6597AF22B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Tasklist</a:t>
            </a:r>
            <a:r>
              <a:rPr lang="es-ES" dirty="0"/>
              <a:t> - 1</a:t>
            </a:r>
            <a:endParaRPr lang="es-DO" dirty="0"/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id="{2A596C38-09EB-7A82-54E2-5ED5FF7284D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09617"/>
            <a:ext cx="5181600" cy="3983354"/>
          </a:xfrm>
        </p:spPr>
      </p:pic>
      <p:pic>
        <p:nvPicPr>
          <p:cNvPr id="15" name="Marcador de contenido 14">
            <a:extLst>
              <a:ext uri="{FF2B5EF4-FFF2-40B4-BE49-F238E27FC236}">
                <a16:creationId xmlns:a16="http://schemas.microsoft.com/office/drawing/2014/main" id="{E6AD2840-FABC-EDC9-1DF3-475F87D9C0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09617"/>
            <a:ext cx="5181600" cy="3983354"/>
          </a:xfrm>
        </p:spPr>
      </p:pic>
    </p:spTree>
    <p:extLst>
      <p:ext uri="{BB962C8B-B14F-4D97-AF65-F5344CB8AC3E}">
        <p14:creationId xmlns:p14="http://schemas.microsoft.com/office/powerpoint/2010/main" val="106242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BDFA6-CD1D-A4C9-E7C5-A3F8276F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Tasklist</a:t>
            </a:r>
            <a:r>
              <a:rPr lang="es-ES" dirty="0"/>
              <a:t> - 2 </a:t>
            </a:r>
            <a:endParaRPr lang="es-DO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3CBF33DA-DC3D-DF4C-88B1-D4616BEA03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09617"/>
            <a:ext cx="5181600" cy="3983354"/>
          </a:xfrm>
        </p:spPr>
      </p:pic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7492CC20-B2F2-4461-AC81-382FA9B749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09617"/>
            <a:ext cx="5181600" cy="3983354"/>
          </a:xfrm>
        </p:spPr>
      </p:pic>
    </p:spTree>
    <p:extLst>
      <p:ext uri="{BB962C8B-B14F-4D97-AF65-F5344CB8AC3E}">
        <p14:creationId xmlns:p14="http://schemas.microsoft.com/office/powerpoint/2010/main" val="3904768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19F2B-7562-1497-D28B-9CD023C31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csrss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FD011EC-E662-1678-2B49-A54AA0A7E9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9654" y="3215372"/>
            <a:ext cx="4772691" cy="1571844"/>
          </a:xfrm>
        </p:spPr>
      </p:pic>
    </p:spTree>
    <p:extLst>
      <p:ext uri="{BB962C8B-B14F-4D97-AF65-F5344CB8AC3E}">
        <p14:creationId xmlns:p14="http://schemas.microsoft.com/office/powerpoint/2010/main" val="2900982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01582B1-832C-83E8-631E-8AF29ADA3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svchost</a:t>
            </a:r>
            <a:endParaRPr lang="es-DO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F3EC749F-423E-7BDD-3E95-25CFE49237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09617"/>
            <a:ext cx="5181600" cy="3983354"/>
          </a:xfrm>
        </p:spPr>
      </p:pic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46362F5B-D229-41E8-D056-6181742458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09617"/>
            <a:ext cx="5181600" cy="3983354"/>
          </a:xfrm>
        </p:spPr>
      </p:pic>
    </p:spTree>
    <p:extLst>
      <p:ext uri="{BB962C8B-B14F-4D97-AF65-F5344CB8AC3E}">
        <p14:creationId xmlns:p14="http://schemas.microsoft.com/office/powerpoint/2010/main" val="145700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759D72C-83AA-925E-EB5D-313F68B66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fontdrvhost</a:t>
            </a:r>
            <a:endParaRPr lang="es-DO" dirty="0"/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5991D0F7-E54C-D02B-C22B-5A2B55378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8601" y="3143924"/>
            <a:ext cx="5534797" cy="1714739"/>
          </a:xfrm>
        </p:spPr>
      </p:pic>
    </p:spTree>
    <p:extLst>
      <p:ext uri="{BB962C8B-B14F-4D97-AF65-F5344CB8AC3E}">
        <p14:creationId xmlns:p14="http://schemas.microsoft.com/office/powerpoint/2010/main" val="3078255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BFBA9-F38D-CE61-3EF8-C5F164E3F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mysqld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DE31CF8-8239-4EBB-E0A6-682760D01A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2891" y="3115345"/>
            <a:ext cx="5506218" cy="1771897"/>
          </a:xfrm>
        </p:spPr>
      </p:pic>
    </p:spTree>
    <p:extLst>
      <p:ext uri="{BB962C8B-B14F-4D97-AF65-F5344CB8AC3E}">
        <p14:creationId xmlns:p14="http://schemas.microsoft.com/office/powerpoint/2010/main" val="973069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D0F628-AF45-8E26-36A9-B911D7C04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conhost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49C07DC-BE9E-4E72-0EF7-F88217072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1470" y="3043898"/>
            <a:ext cx="5449060" cy="1914792"/>
          </a:xfrm>
        </p:spPr>
      </p:pic>
    </p:spTree>
    <p:extLst>
      <p:ext uri="{BB962C8B-B14F-4D97-AF65-F5344CB8AC3E}">
        <p14:creationId xmlns:p14="http://schemas.microsoft.com/office/powerpoint/2010/main" val="1571861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99D72-6F17-E9A4-0E4B-2E288BD1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dllhost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289F715-353B-0513-1E34-C4CED16529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233" y="3062950"/>
            <a:ext cx="5439534" cy="1876687"/>
          </a:xfrm>
        </p:spPr>
      </p:pic>
    </p:spTree>
    <p:extLst>
      <p:ext uri="{BB962C8B-B14F-4D97-AF65-F5344CB8AC3E}">
        <p14:creationId xmlns:p14="http://schemas.microsoft.com/office/powerpoint/2010/main" val="483358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DFC5F-8D36-5B22-D702-455D8F51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taskhostw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E351C92-B7FA-DA33-388F-A36B2517D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0496" y="3001029"/>
            <a:ext cx="5611008" cy="2000529"/>
          </a:xfrm>
        </p:spPr>
      </p:pic>
    </p:spTree>
    <p:extLst>
      <p:ext uri="{BB962C8B-B14F-4D97-AF65-F5344CB8AC3E}">
        <p14:creationId xmlns:p14="http://schemas.microsoft.com/office/powerpoint/2010/main" val="3138821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DA760-EF7E-A309-9065-35E1CDD77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Memory</a:t>
            </a:r>
            <a:r>
              <a:rPr lang="es-ES" dirty="0"/>
              <a:t> </a:t>
            </a:r>
            <a:r>
              <a:rPr lang="es-ES" dirty="0" err="1"/>
              <a:t>Compression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8A13939-E9AD-CBE2-1C04-6CCCFB4FF5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0522" y="3215372"/>
            <a:ext cx="5410955" cy="1571844"/>
          </a:xfrm>
        </p:spPr>
      </p:pic>
    </p:spTree>
    <p:extLst>
      <p:ext uri="{BB962C8B-B14F-4D97-AF65-F5344CB8AC3E}">
        <p14:creationId xmlns:p14="http://schemas.microsoft.com/office/powerpoint/2010/main" val="1461393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940AD-522D-EE7A-FE63-7CF1347D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RuntimeBroker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A6C6649-EA94-5715-D21E-F55919D426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4259" y="2615213"/>
            <a:ext cx="5963482" cy="2772162"/>
          </a:xfrm>
        </p:spPr>
      </p:pic>
    </p:spTree>
    <p:extLst>
      <p:ext uri="{BB962C8B-B14F-4D97-AF65-F5344CB8AC3E}">
        <p14:creationId xmlns:p14="http://schemas.microsoft.com/office/powerpoint/2010/main" val="3709178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A70229-A210-5EDE-B9D1-2E781703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firefox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92E33B6-DDB4-792F-FEF4-C0E7B16B8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8127" y="1862633"/>
            <a:ext cx="5515745" cy="4277322"/>
          </a:xfrm>
        </p:spPr>
      </p:pic>
    </p:spTree>
    <p:extLst>
      <p:ext uri="{BB962C8B-B14F-4D97-AF65-F5344CB8AC3E}">
        <p14:creationId xmlns:p14="http://schemas.microsoft.com/office/powerpoint/2010/main" val="3469382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6F463-0B57-9C19-8ED5-548499353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Laboratorio 2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D11EE0-2862-E2E5-966E-4CBBEF620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DO" b="1" dirty="0"/>
              <a:t>Analizar: </a:t>
            </a:r>
            <a:r>
              <a:rPr lang="es-DO" dirty="0" err="1"/>
              <a:t>Get-Process</a:t>
            </a:r>
            <a:r>
              <a:rPr lang="es-DO" dirty="0"/>
              <a:t> -</a:t>
            </a:r>
            <a:r>
              <a:rPr lang="es-DO" dirty="0" err="1"/>
              <a:t>Name</a:t>
            </a:r>
            <a:r>
              <a:rPr lang="es-DO" dirty="0"/>
              <a:t> "</a:t>
            </a:r>
            <a:r>
              <a:rPr lang="es-DO" dirty="0" err="1"/>
              <a:t>Code</a:t>
            </a:r>
            <a:r>
              <a:rPr lang="es-DO" dirty="0"/>
              <a:t>" | </a:t>
            </a:r>
            <a:r>
              <a:rPr lang="es-DO" dirty="0" err="1"/>
              <a:t>Where-Object</a:t>
            </a:r>
            <a:r>
              <a:rPr lang="es-DO" dirty="0"/>
              <a:t> { $_.</a:t>
            </a:r>
            <a:r>
              <a:rPr lang="es-DO" dirty="0" err="1"/>
              <a:t>WorkingSet</a:t>
            </a:r>
            <a:r>
              <a:rPr lang="es-DO" dirty="0"/>
              <a:t> -</a:t>
            </a:r>
            <a:r>
              <a:rPr lang="es-DO" dirty="0" err="1"/>
              <a:t>gt</a:t>
            </a:r>
            <a:r>
              <a:rPr lang="es-DO" dirty="0"/>
              <a:t> 200MB }</a:t>
            </a:r>
          </a:p>
          <a:p>
            <a:r>
              <a:rPr lang="es-DO" b="1" dirty="0"/>
              <a:t>Paso 1: </a:t>
            </a:r>
            <a:r>
              <a:rPr lang="es-DO" dirty="0"/>
              <a:t>Ejecutar en el </a:t>
            </a:r>
            <a:r>
              <a:rPr lang="es-DO" dirty="0" err="1"/>
              <a:t>cmd</a:t>
            </a:r>
            <a:r>
              <a:rPr lang="es-DO" dirty="0"/>
              <a:t> </a:t>
            </a:r>
            <a:r>
              <a:rPr lang="es-DO" dirty="0" err="1"/>
              <a:t>tasklist</a:t>
            </a:r>
            <a:r>
              <a:rPr lang="es-DO" dirty="0"/>
              <a:t> y </a:t>
            </a:r>
            <a:r>
              <a:rPr lang="es-DO" dirty="0" err="1"/>
              <a:t>elejir</a:t>
            </a:r>
            <a:r>
              <a:rPr lang="es-DO" dirty="0"/>
              <a:t> un proceso.</a:t>
            </a:r>
          </a:p>
          <a:p>
            <a:r>
              <a:rPr lang="es-DO" b="1" dirty="0"/>
              <a:t>Paso 2: </a:t>
            </a:r>
            <a:r>
              <a:rPr lang="es-DO" dirty="0"/>
              <a:t>Ejecutar en PowerShell </a:t>
            </a:r>
            <a:r>
              <a:rPr lang="es-DO" dirty="0" err="1"/>
              <a:t>Get-Process</a:t>
            </a:r>
            <a:r>
              <a:rPr lang="es-DO" dirty="0"/>
              <a:t> -</a:t>
            </a:r>
            <a:r>
              <a:rPr lang="es-DO" dirty="0" err="1"/>
              <a:t>Name</a:t>
            </a:r>
            <a:r>
              <a:rPr lang="es-DO" dirty="0"/>
              <a:t> "nombre-proceso (sin el .exe)" | </a:t>
            </a:r>
            <a:r>
              <a:rPr lang="es-DO" dirty="0" err="1"/>
              <a:t>Where-Object</a:t>
            </a:r>
            <a:r>
              <a:rPr lang="es-DO" dirty="0"/>
              <a:t> { $_.</a:t>
            </a:r>
            <a:r>
              <a:rPr lang="es-DO" dirty="0" err="1"/>
              <a:t>WorkingSet</a:t>
            </a:r>
            <a:r>
              <a:rPr lang="es-DO" dirty="0"/>
              <a:t> -</a:t>
            </a:r>
            <a:r>
              <a:rPr lang="es-DO" dirty="0" err="1"/>
              <a:t>gt</a:t>
            </a:r>
            <a:r>
              <a:rPr lang="es-DO" dirty="0"/>
              <a:t> valor-</a:t>
            </a:r>
            <a:r>
              <a:rPr lang="es-DO" dirty="0" err="1"/>
              <a:t>numerico</a:t>
            </a:r>
            <a:r>
              <a:rPr lang="es-DO" dirty="0"/>
              <a:t>-unidad-almacenamiento }</a:t>
            </a:r>
          </a:p>
          <a:p>
            <a:r>
              <a:rPr lang="es-DO" b="1" dirty="0"/>
              <a:t>Ejemplo: </a:t>
            </a:r>
            <a:r>
              <a:rPr lang="es-DO" dirty="0" err="1"/>
              <a:t>Get-Process</a:t>
            </a:r>
            <a:r>
              <a:rPr lang="es-DO" dirty="0"/>
              <a:t> -</a:t>
            </a:r>
            <a:r>
              <a:rPr lang="es-DO" dirty="0" err="1"/>
              <a:t>Name</a:t>
            </a:r>
            <a:r>
              <a:rPr lang="es-DO" dirty="0"/>
              <a:t> "</a:t>
            </a:r>
            <a:r>
              <a:rPr lang="es-DO" dirty="0" err="1"/>
              <a:t>firefox</a:t>
            </a:r>
            <a:r>
              <a:rPr lang="es-DO" dirty="0"/>
              <a:t>" | </a:t>
            </a:r>
            <a:r>
              <a:rPr lang="es-DO" dirty="0" err="1"/>
              <a:t>Where-Object</a:t>
            </a:r>
            <a:r>
              <a:rPr lang="es-DO" dirty="0"/>
              <a:t> { $_.</a:t>
            </a:r>
            <a:r>
              <a:rPr lang="es-DO" dirty="0" err="1"/>
              <a:t>WorkingSet</a:t>
            </a:r>
            <a:r>
              <a:rPr lang="es-DO" dirty="0"/>
              <a:t> -</a:t>
            </a:r>
            <a:r>
              <a:rPr lang="es-DO" dirty="0" err="1"/>
              <a:t>gt</a:t>
            </a:r>
            <a:r>
              <a:rPr lang="es-DO" dirty="0"/>
              <a:t> 50MB }</a:t>
            </a:r>
          </a:p>
          <a:p>
            <a:r>
              <a:rPr lang="es-DO" b="1" dirty="0"/>
              <a:t>Instrucción final: </a:t>
            </a:r>
            <a:r>
              <a:rPr lang="es-DO" dirty="0"/>
              <a:t>Hacer este ejercicio con todos los procesos listados en el comando </a:t>
            </a:r>
            <a:r>
              <a:rPr lang="es-DO" dirty="0" err="1"/>
              <a:t>tasklist</a:t>
            </a:r>
            <a:r>
              <a:rPr lang="es-D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5491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768C5E-4E57-90B2-90A1-1290D351D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svchost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ECDA380-260F-C641-1F11-750025676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1705" y="3201082"/>
            <a:ext cx="7268589" cy="1600423"/>
          </a:xfrm>
        </p:spPr>
      </p:pic>
    </p:spTree>
    <p:extLst>
      <p:ext uri="{BB962C8B-B14F-4D97-AF65-F5344CB8AC3E}">
        <p14:creationId xmlns:p14="http://schemas.microsoft.com/office/powerpoint/2010/main" val="2452227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BED6E-E714-6AE2-BF1E-7BB01BBF9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firefox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04A965F-975E-DDC1-CF0D-E40140DF2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0231" y="2681897"/>
            <a:ext cx="7611537" cy="2638793"/>
          </a:xfrm>
        </p:spPr>
      </p:pic>
    </p:spTree>
    <p:extLst>
      <p:ext uri="{BB962C8B-B14F-4D97-AF65-F5344CB8AC3E}">
        <p14:creationId xmlns:p14="http://schemas.microsoft.com/office/powerpoint/2010/main" val="432933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6B53B-A636-3D1C-B3AC-B15F016F4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Memory</a:t>
            </a:r>
            <a:r>
              <a:rPr lang="es-ES" dirty="0"/>
              <a:t> </a:t>
            </a:r>
            <a:r>
              <a:rPr lang="es-ES" dirty="0" err="1"/>
              <a:t>Compression</a:t>
            </a:r>
            <a:endParaRPr lang="es-DO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97B44BA1-8D8B-8EC8-0366-10A13418FC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8257" y="3234424"/>
            <a:ext cx="8135485" cy="1533739"/>
          </a:xfrm>
        </p:spPr>
      </p:pic>
    </p:spTree>
    <p:extLst>
      <p:ext uri="{BB962C8B-B14F-4D97-AF65-F5344CB8AC3E}">
        <p14:creationId xmlns:p14="http://schemas.microsoft.com/office/powerpoint/2010/main" val="1871925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6B456-9368-EE6F-68FF-330413FC3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Laboratorio 3 </a:t>
            </a:r>
            <a:endParaRPr lang="es-D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100E35-0D53-59A3-1953-2A41CABFA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DO" b="1" dirty="0"/>
              <a:t>Analizar: </a:t>
            </a:r>
            <a:r>
              <a:rPr lang="es-DO" dirty="0" err="1"/>
              <a:t>Get-Process</a:t>
            </a:r>
            <a:r>
              <a:rPr lang="es-DO" dirty="0"/>
              <a:t> -</a:t>
            </a:r>
            <a:r>
              <a:rPr lang="es-DO" dirty="0" err="1"/>
              <a:t>Name</a:t>
            </a:r>
            <a:r>
              <a:rPr lang="es-DO" dirty="0"/>
              <a:t> "</a:t>
            </a:r>
            <a:r>
              <a:rPr lang="es-DO" dirty="0" err="1"/>
              <a:t>Code</a:t>
            </a:r>
            <a:r>
              <a:rPr lang="es-DO" dirty="0"/>
              <a:t>" | </a:t>
            </a:r>
            <a:r>
              <a:rPr lang="es-DO" dirty="0" err="1"/>
              <a:t>Where-Object</a:t>
            </a:r>
            <a:r>
              <a:rPr lang="es-DO" dirty="0"/>
              <a:t> { $_.</a:t>
            </a:r>
            <a:r>
              <a:rPr lang="es-DO" dirty="0" err="1"/>
              <a:t>WorkingSet</a:t>
            </a:r>
            <a:r>
              <a:rPr lang="es-DO" dirty="0"/>
              <a:t> -</a:t>
            </a:r>
            <a:r>
              <a:rPr lang="es-DO" dirty="0" err="1"/>
              <a:t>gt</a:t>
            </a:r>
            <a:r>
              <a:rPr lang="es-DO" dirty="0"/>
              <a:t> 200MB } | </a:t>
            </a:r>
            <a:r>
              <a:rPr lang="es-DO" dirty="0" err="1"/>
              <a:t>Select-Object</a:t>
            </a:r>
            <a:r>
              <a:rPr lang="es-DO" dirty="0"/>
              <a:t> Id, </a:t>
            </a:r>
            <a:r>
              <a:rPr lang="es-DO" dirty="0" err="1"/>
              <a:t>ProcessName</a:t>
            </a:r>
            <a:endParaRPr lang="es-DO" dirty="0"/>
          </a:p>
          <a:p>
            <a:r>
              <a:rPr lang="es-DO" b="1" dirty="0"/>
              <a:t>Paso 1: </a:t>
            </a:r>
            <a:r>
              <a:rPr lang="es-DO" dirty="0"/>
              <a:t>Ejecutar en el </a:t>
            </a:r>
            <a:r>
              <a:rPr lang="es-DO" dirty="0" err="1"/>
              <a:t>cmd</a:t>
            </a:r>
            <a:r>
              <a:rPr lang="es-DO" dirty="0"/>
              <a:t> </a:t>
            </a:r>
            <a:r>
              <a:rPr lang="es-DO" dirty="0" err="1"/>
              <a:t>tasklist</a:t>
            </a:r>
            <a:r>
              <a:rPr lang="es-DO" dirty="0"/>
              <a:t> y </a:t>
            </a:r>
            <a:r>
              <a:rPr lang="es-DO" dirty="0" err="1"/>
              <a:t>elejir</a:t>
            </a:r>
            <a:r>
              <a:rPr lang="es-DO" dirty="0"/>
              <a:t> un proceso.</a:t>
            </a:r>
          </a:p>
          <a:p>
            <a:r>
              <a:rPr lang="es-DO" b="1" dirty="0"/>
              <a:t>Paso 2: </a:t>
            </a:r>
            <a:r>
              <a:rPr lang="es-DO" dirty="0"/>
              <a:t>Ejecutar en PowerShell </a:t>
            </a:r>
            <a:r>
              <a:rPr lang="es-DO" dirty="0" err="1"/>
              <a:t>Get-Process</a:t>
            </a:r>
            <a:r>
              <a:rPr lang="es-DO" dirty="0"/>
              <a:t> -</a:t>
            </a:r>
            <a:r>
              <a:rPr lang="es-DO" dirty="0" err="1"/>
              <a:t>Name</a:t>
            </a:r>
            <a:r>
              <a:rPr lang="es-DO" dirty="0"/>
              <a:t> "nombre-proceso (sin el .exe)" | </a:t>
            </a:r>
            <a:r>
              <a:rPr lang="es-DO" dirty="0" err="1"/>
              <a:t>Where-Object</a:t>
            </a:r>
            <a:r>
              <a:rPr lang="es-DO" dirty="0"/>
              <a:t> { $_.</a:t>
            </a:r>
            <a:r>
              <a:rPr lang="es-DO" dirty="0" err="1"/>
              <a:t>WorkingSet</a:t>
            </a:r>
            <a:r>
              <a:rPr lang="es-DO" dirty="0"/>
              <a:t> -</a:t>
            </a:r>
            <a:r>
              <a:rPr lang="es-DO" dirty="0" err="1"/>
              <a:t>gt</a:t>
            </a:r>
            <a:r>
              <a:rPr lang="es-DO" dirty="0"/>
              <a:t> valor-</a:t>
            </a:r>
            <a:r>
              <a:rPr lang="es-DO" dirty="0" err="1"/>
              <a:t>numerico</a:t>
            </a:r>
            <a:r>
              <a:rPr lang="es-DO" dirty="0"/>
              <a:t>-unidad-almacenamiento }  | </a:t>
            </a:r>
            <a:r>
              <a:rPr lang="es-DO" dirty="0" err="1"/>
              <a:t>Select-Object</a:t>
            </a:r>
            <a:r>
              <a:rPr lang="es-DO" dirty="0"/>
              <a:t> variables</a:t>
            </a:r>
          </a:p>
          <a:p>
            <a:r>
              <a:rPr lang="es-DO" b="1" dirty="0"/>
              <a:t>Ejemplo: </a:t>
            </a:r>
            <a:r>
              <a:rPr lang="es-DO" dirty="0" err="1"/>
              <a:t>Get-Process</a:t>
            </a:r>
            <a:r>
              <a:rPr lang="es-DO" dirty="0"/>
              <a:t> -</a:t>
            </a:r>
            <a:r>
              <a:rPr lang="es-DO" dirty="0" err="1"/>
              <a:t>Name</a:t>
            </a:r>
            <a:r>
              <a:rPr lang="es-DO" dirty="0"/>
              <a:t> "</a:t>
            </a:r>
            <a:r>
              <a:rPr lang="es-DO" dirty="0" err="1"/>
              <a:t>firefox</a:t>
            </a:r>
            <a:r>
              <a:rPr lang="es-DO" dirty="0"/>
              <a:t>" | </a:t>
            </a:r>
            <a:r>
              <a:rPr lang="es-DO" dirty="0" err="1"/>
              <a:t>Where-Object</a:t>
            </a:r>
            <a:r>
              <a:rPr lang="es-DO" dirty="0"/>
              <a:t> { $_.</a:t>
            </a:r>
            <a:r>
              <a:rPr lang="es-DO" dirty="0" err="1"/>
              <a:t>WorkingSet</a:t>
            </a:r>
            <a:r>
              <a:rPr lang="es-DO" dirty="0"/>
              <a:t> -</a:t>
            </a:r>
            <a:r>
              <a:rPr lang="es-DO" dirty="0" err="1"/>
              <a:t>gt</a:t>
            </a:r>
            <a:r>
              <a:rPr lang="es-DO"/>
              <a:t> 50MB </a:t>
            </a:r>
            <a:r>
              <a:rPr lang="es-DO" dirty="0"/>
              <a:t>} | </a:t>
            </a:r>
            <a:r>
              <a:rPr lang="es-DO" dirty="0" err="1"/>
              <a:t>Select-Object</a:t>
            </a:r>
            <a:r>
              <a:rPr lang="es-DO" dirty="0"/>
              <a:t> Id, </a:t>
            </a:r>
            <a:r>
              <a:rPr lang="es-DO" dirty="0" err="1"/>
              <a:t>ProcessName</a:t>
            </a:r>
            <a:endParaRPr lang="es-DO" dirty="0"/>
          </a:p>
          <a:p>
            <a:r>
              <a:rPr lang="es-DO" b="1" dirty="0"/>
              <a:t>Instrucción final: </a:t>
            </a:r>
            <a:r>
              <a:rPr lang="es-DO" dirty="0"/>
              <a:t>Hacer este ejercicio con todos los procesos listados en el comando </a:t>
            </a:r>
            <a:r>
              <a:rPr lang="es-DO" dirty="0" err="1"/>
              <a:t>tasklist</a:t>
            </a:r>
            <a:r>
              <a:rPr lang="es-D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8218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49636-4B16-0103-D05B-B637EBE27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svchost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FC872C6-B6FE-28B8-8FA1-D1353872DC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2967" y="3272530"/>
            <a:ext cx="8526065" cy="1457528"/>
          </a:xfrm>
        </p:spPr>
      </p:pic>
    </p:spTree>
    <p:extLst>
      <p:ext uri="{BB962C8B-B14F-4D97-AF65-F5344CB8AC3E}">
        <p14:creationId xmlns:p14="http://schemas.microsoft.com/office/powerpoint/2010/main" val="3337069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77C17-0360-2AF3-572F-EB4DC87F2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firefox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E2B1C30-E391-F27C-C2DB-49575D92F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2967" y="3029608"/>
            <a:ext cx="8526065" cy="1943371"/>
          </a:xfrm>
        </p:spPr>
      </p:pic>
    </p:spTree>
    <p:extLst>
      <p:ext uri="{BB962C8B-B14F-4D97-AF65-F5344CB8AC3E}">
        <p14:creationId xmlns:p14="http://schemas.microsoft.com/office/powerpoint/2010/main" val="2617126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811F6-6C47-2C46-F717-61FFC4BF5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Memory</a:t>
            </a:r>
            <a:r>
              <a:rPr lang="es-ES" dirty="0"/>
              <a:t> </a:t>
            </a:r>
            <a:r>
              <a:rPr lang="es-ES" dirty="0" err="1"/>
              <a:t>Compression</a:t>
            </a:r>
            <a:endParaRPr lang="es-D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0B0F537-923A-4840-B595-19F5364CA8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3335" y="3091529"/>
            <a:ext cx="9345329" cy="1819529"/>
          </a:xfrm>
        </p:spPr>
      </p:pic>
    </p:spTree>
    <p:extLst>
      <p:ext uri="{BB962C8B-B14F-4D97-AF65-F5344CB8AC3E}">
        <p14:creationId xmlns:p14="http://schemas.microsoft.com/office/powerpoint/2010/main" val="28023011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309</Words>
  <Application>Microsoft Office PowerPoint</Application>
  <PresentationFormat>Panorámica</PresentationFormat>
  <Paragraphs>41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Verdana</vt:lpstr>
      <vt:lpstr>Tema de Office</vt:lpstr>
      <vt:lpstr>Presentación de PowerPoint</vt:lpstr>
      <vt:lpstr>Laboratorio 1</vt:lpstr>
      <vt:lpstr>Tasklist - 1</vt:lpstr>
      <vt:lpstr>Tasklist - 2 </vt:lpstr>
      <vt:lpstr>csrss</vt:lpstr>
      <vt:lpstr>svchost</vt:lpstr>
      <vt:lpstr>fontdrvhost</vt:lpstr>
      <vt:lpstr>mysqld</vt:lpstr>
      <vt:lpstr>conhost</vt:lpstr>
      <vt:lpstr>dllhost</vt:lpstr>
      <vt:lpstr>taskhostw</vt:lpstr>
      <vt:lpstr>Memory Compression</vt:lpstr>
      <vt:lpstr>RuntimeBroker</vt:lpstr>
      <vt:lpstr>firefox</vt:lpstr>
      <vt:lpstr>Laboratorio 2</vt:lpstr>
      <vt:lpstr>svchost</vt:lpstr>
      <vt:lpstr>firefox</vt:lpstr>
      <vt:lpstr>Memory Compression</vt:lpstr>
      <vt:lpstr>Laboratorio 3 </vt:lpstr>
      <vt:lpstr>svchost</vt:lpstr>
      <vt:lpstr>firefox</vt:lpstr>
      <vt:lpstr>Memory Compression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Scripting</dc:title>
  <dc:creator>KFH</dc:creator>
  <cp:lastModifiedBy>ESTUDIANTE</cp:lastModifiedBy>
  <cp:revision>54</cp:revision>
  <dcterms:created xsi:type="dcterms:W3CDTF">2024-11-11T23:01:34Z</dcterms:created>
  <dcterms:modified xsi:type="dcterms:W3CDTF">2026-02-14T19:25:54Z</dcterms:modified>
</cp:coreProperties>
</file>